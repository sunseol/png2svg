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Sz cx="1714500" cy="1143000"/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
</file>

<file path=ppt/slides/_rels/slide1.xml.rels><?xml version="1.0" encoding="UTF-8"?>
<Relationships xmlns="http://schemas.openxmlformats.org/package/2006/relationships">
  <Relationship Id="rId1" Type="http://schemas.openxmlformats.org/officeDocument/2006/relationships/image" Target="../media/image1.png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xtur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14500" cy="1143000"/>
          </a:xfrm>
          <a:prstGeom prst="rect">
            <a:avLst/>
          </a:prstGeom>
        </p:spPr>
      </p:pic>
    </p:spTree>
  </p:cSld>
</p:sld>
</file>